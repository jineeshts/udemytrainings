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hook, relating to the common professional pain point of being overwhelmed.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Clearly outline the three core pillars of the course to set expectations.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sense of urgency and relevance, connecting the skill to career growth and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autocomplete analogy to make the concept relatable and easy to grasp.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analogy helps frame the user's relationship with the AI and introduces the concept of 'garbage in, garbage out'.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timeline to show that this technology has a rich history and isn't just a recent fad.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this memorable, critical rule to frame the entire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core concept of the lecture with clear, simple definitions for each pillar.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the concept into an actionable, easy-to-remember acronym and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clear 'before and after' example to make the value of the framework tangible.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 common pitfalls to help students troubleshoot their own prompts effectively.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next level of prompting, setting the stage for the two main techniques.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concept of Few-Shot prompting using the 'show, don't tell' analogy.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Chain-of-Thought and how it improves reasoning by slowing the AI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project manager example to provide a concrete, relatable use case for few-shot prompting.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actionable tips that students can use to enhance their advanced prompting skills.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a compelling scenario to highlight the importance of this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Clearly define the three main pitfalls students need to be aware 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actionable checklist as a tool for mitigating these risks.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high-stakes example to demonstrate the real-world consequences and the value of the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key principles for ethical and responsible AI interaction.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stage for a practical, hands-on section that combines all previous lessons.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down the project into clear, sequential steps to make it easy to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memorable P.A.C.T. acronym as a key takeaway and reusable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versatility of the template with concrete examples from different professions.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a concise, powerful summary of the most important, memorable points from the entire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the P.A.C.T. framework one last time as the primary tool for students to take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credible and useful next steps for students who want to continue their learning journey.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introduce the purpose and structure of the final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a high note, congratulating the student and providing a clear call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022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Understanding ChatGPT Fundamentals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</a:rPr>
              <a:t>Master the basics of ChatGPT to boost your productivity, creativity, and professional communication in just 60 minutes.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What You Will Learn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Craft effective and precise prompts to get desired outputs from ChatGPT.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Apply advanced prompting techniques like few-shot and chain-of-thought.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Identify and mitigate common limitations of AI, such as hallucinations and bias.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Implement a practical framework for using ChatGPT in real-world professional tasks.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Understand the ethical considerations and best practices for responsible AI use.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Boost productivity by integrating ChatGPT into daily workflows for tasks like writing, summarizing, and brainstorming.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022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Introduction: Your AI Co-Pilot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</a:rPr>
              <a:t>Understand the course structure, learning outcomes, and the real-world importance of mastering ChatGPT.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Welcome to Your AI Co-Pilot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What You Will Learn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1. The Art of Prompt Engineering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2. Advanced Prompting Techniques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3. Responsible &amp; Ethical AI Use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Why This Matters Now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AI is a fundamental shift in work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Gain a massive productivity advantage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Augment your intelligence, don't replace it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Future-proof your professional skills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022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Foundation: What is ChatGPT?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</a:rPr>
              <a:t>Define what a Large Language Model (LLM) is and understand the key historical milestones that led to ChatGPT.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What is ChatGPT?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 powerful autocomplete, not a search engine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Generative: Creates new content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Pre-trained: Learned from vast data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Transformer: A breakthrough AI architecture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Analogy: The Expert Intern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Incredibly knowledgeable and fast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Requires clear, specific instructions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Output quality depends on input quality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It synthesizes, it doesn't 'think'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Key Historical Milestones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1950s: The Turing Test concept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2017: 'Attention Is All You Need' paper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2020: GPT-3 demonstrates massive scale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2022: ChatGPT brings AI to the public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022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Core Concept 1: The Art of the Prompt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</a:rPr>
              <a:t>Learn and apply a foundational framework for writing clear, effective prompts that produce high-quality results.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A2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4305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</a:rPr>
              <a:t>""Garbage In, Garbage Out""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The Four Pillars of a Great Prompt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ROLE: Who the AI should be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TASK: What the AI should do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CONTEXT: The 'why' and background info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FORMAT: How the output should look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Step-by-Step: The R.T.C.F. Framework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1. Define the ROLE (Act as a...)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2. State the TASK (Generate, Summarize...)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3. Provide CONTEXT (Target audience, goals...)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4. Specify the FORMAT (Bulleted list, table...)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Example: Marketing Copy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BAD: 'Write a tweet about our software.'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GOOD: 'Act as a B2B copywriter...'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...generate 3 tweets for startup founders...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...format with hashtags and a CTA.'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Common Mistakes to Avoid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Vague and ambiguous requests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Forgetting to provide critical context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Not specifying the output format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Accepting the first draft without iterating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022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Core Concept 2: Advanced Prompting Techniques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</a:rPr>
              <a:t>Learn and apply advanced prompting strategies like few-shot and chain-of-thought to handle more complex and nuanced tasks.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Advanced Prompting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Technique 1: Few-Shot Prompting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Show, don't just tell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Provide 2-5 input/output examples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Teaches the AI a specific pattern or format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Ideal for formatting, classification, extraction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Technique 2: Chain-of-Thought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Ask the AI to 'think step-by-step'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Forces a logical reasoning process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Improves accuracy on complex problems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Great for math, logic, and planning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Example: Standardizing Reports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GOAL: Reformat messy notes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EXAMPLES: Show 'before' and 'after' format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NEW INPUT: Paste in a new messy note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RESULT: A perfectly structured report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Pro Tips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Combine techniques for maximum power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Use constraints to narrow the focus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Iterate on your examples for better results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Add 'Let's think step by step'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022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Core Concept 3: Limitations &amp; Responsible Use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</a:rPr>
              <a:t>Identify the key limitations of ChatGPT, including bias and hallucinations, and learn a framework for using it responsibly and ethically.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Dangers of Blind Trust</a:t>
            </a:r>
            <a:endParaRPr lang="en-US" sz="3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The Three Core Limitations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1. Hallucinations (Making things up)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2. Bias (Reflecting training data flaws)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3. Knowledge Cutoff (Not up-to-date)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The V.E.R.I.F.Y. Checklist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Validate critical facts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Examine for bias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Reference (and check) sources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Inject your own expertise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Forbid Your sensitive data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Example: The Researcher's Dilemma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AI generates a summary with 3 sources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Researcher uses V.E.R.I.F.Y. checklist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Discovers one source is a hallucination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Avoids a major professional error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Best Practices for Responsible Use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Assume a Zero-Trust Policy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Use for Creativity, Not for Truth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Maintain Human Oversight (Co-pilot, not Autopilot)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Protect Your Privacy and Proprietary Data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022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Practical Application: From Blank Page to Final Draft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</a:rPr>
              <a:t>Integrate all learned concepts into a single, end-to-end workflow by creating a piece of content using a reusable prompt template.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Putting It All Together</a:t>
            </a:r>
            <a:endParaRPr lang="en-US" sz="3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Project: Blog Post Creation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Step 1: Brainstorm angles and ideas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Step 2: Generate a detailed outline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Step 3: Draft a compelling introduction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Step 4: Create catchy, SEO-friendly titles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The P.A.C.T. Prompt Template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PERSONA: Act as a...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ACTION: Your task is to...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CONTEXT: Here is the situation...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TONE: The desired tone is...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Customizing P.A.C.T. for Your Role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For Developers: 'Act as a senior Python dev...'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For Sales: 'Act as a top B2B exec...'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For HR: 'Act as an experienced recruiter...'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The framework is universally applicable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022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Summary &amp; Next Steps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</a:rPr>
              <a:t>Consolidate all key learnings from the course into a quick-reference cheat sheet and identify pathways for continued learning.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Course Summary: Key Takeaways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Prompt Quality is Everything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Use the P.A.C.T. Framework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Leverage Advanced Techniques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Never Trust, Always V.E.R.I.F.Y.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You are the Pilot, AI is the Co-Pilot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Your Quick Reference Cheat Sheet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PERSONA: Who is the AI?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ACTION: What should it do?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CONTEXT: What does it need to know?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TONE: How should it sound?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Continue Your Learning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Official OpenAI Documentation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Prompt Engineering Guide (Website)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Books on AI's societal impact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022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Final Assessment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</a:rPr>
              <a:t>Test and confirm your understanding of the fundamental concepts of ChatGPT and effective prompting.</a:t>
            </a:r>
            <a:endParaRPr lang="en-US" sz="2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Final Assessment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022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</a:rPr>
              <a:t>Celebrate course completion and understand the next steps to continue developing AI skills.</a:t>
            </a:r>
            <a:endParaRPr lang="en-US" sz="2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Congratulations!</a:t>
            </a:r>
            <a:endParaRPr lang="en-US" sz="3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Use constraints like 'under 200 words' or 'in a formal tone' to control the output.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Have a conversation. Use follow-up prompts to tweak the AI's response.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Save your best prompts in a note-taking app for reuse.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022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</a:rPr>
              <a:t>Questions? Leave them in the Q&amp;A section.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ChatGPT Fundamentals</dc:title>
  <dc:subject>PptxGenJS Presentation</dc:subject>
  <dc:creator>UdemyCrores</dc:creator>
  <cp:lastModifiedBy>UdemyCrores</cp:lastModifiedBy>
  <cp:revision>1</cp:revision>
  <dcterms:created xsi:type="dcterms:W3CDTF">2026-02-02T13:08:46Z</dcterms:created>
  <dcterms:modified xsi:type="dcterms:W3CDTF">2026-02-02T13:08:46Z</dcterms:modified>
</cp:coreProperties>
</file>