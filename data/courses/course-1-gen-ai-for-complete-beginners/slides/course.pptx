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 with the course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hook. Relate AI to a superpower for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the key takeaways for the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urgency and relevance of learning this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slide to introduce the core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the fundamental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touch on the key technological advancements.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simple, clear definition of an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main steps of how an LLM generates a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concrete business example of using an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most critical pitfalls for beginners.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concept of prompt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core components of a great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practical example to show the framework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advanced tips for improving prompt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concept of different AI modalities.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down the key elements of a successful text-to-image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practical business use case for image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actionable tips for getting better image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stage for the practical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exact prompt used in the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 fill-in-the-blanks template for students to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students how to refine the AI's initial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most important points of the entire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downloadable resource and its contents.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students with resources for continued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purpose of the final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structure of the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the closing lecture with positive reinforcement.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clear, actionable plan for what to do after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Gen AI for Complete Beginners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Go from zero to hero in 60 minutes. Learn to use Generative AI to boost your productivity and creativity at work.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Define Generative AI and differentiate it from traditional AI.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Understand the fundamental principles of Large Language Models (LLMs).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Master a 4-part framework for writing effective AI prompts.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Apply Generative AI to solve common business problems like summarization and content creation.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Identify different modalities of Generative AI, including text, image, and code generation.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Recognize common pitfalls and best practices for using AI tools responsibly.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Introduction: Your AI Journey Begins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Understand the course structure, learning outcomes, and the real-world importance of Generative AI.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Gen AI for Complete Beginners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What if you had a superpower?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Draft emails in seconds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Summarize long reports instantly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Brainstorm endless creative ideas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What You Will Learn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Understand Core AI Concepts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Master Prompt Engineering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Apply AI to Real-World Tasks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Why This Matters Now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 fundamental shift in 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 core professional competency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Augment your human abilities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Foundation: What is Generative AI?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Define Generative AI, distinguish it from traditional AI, and understand its historical context.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AI: Analyze vs. Create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Traditional AI vs. Generative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Traditional AI: Analyzes &amp; Predicts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Is this a cat or a dog?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Generative AI: Creates &amp; Generates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Draw a cat wearing a spacesuit.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Key Historical Milestones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2014: Generative Adversarial Networks (GANs)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2017: The 'Transformer' Architecture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2020+: Rise of Large Language Models (LLMs)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Core Concept 1: Large Language Models (LLMs)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Understand what Large Language Models are, how they work, and how to apply them to a business context.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What is a Large Language Model (LLM)?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 massive neural network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Trained on vast amounts of text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Predicts the next word in a sequence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How an LLM Responds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Input &amp; Tokenization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Embedding (Converts to numbers)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Transformer (Processes context)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Prediction &amp; Generation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Real-World Example: Report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Input: 20-page performance report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Prompt: 'Summarize key findings in 5 bullets'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Output: Concise, actionable insights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Common Mistakes to Avoid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Vague or ambiguous prompts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Blindly trusting the output (Hallucinations)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Inputting sensitive or private data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Core Concept 2: Prompt Engineering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Learn and apply a structured framework for writing effective prompts to get desired AI outputs.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A2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</a:rPr>
              <a:t>"The quality of your input Determines the quality of your output"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The R-C-T-F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Role: Who the AI should be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Context: The background information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Task: The specific action to perform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Format: How to structure the output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Example: Drafting an Email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Bad Prompt: 'Write an email'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Good Prompt: Uses R-C-T-F for clarity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Result: A specific, professional draft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Pro Tips for Better Prompts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 constraints (what not to do)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Ask for multiple options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Iterate and refine your prompt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Core Concept 3: Beyond Text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Explore different Generative AI modalities, focusing on text-to-image generation and its applications.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Generative AI is Multi-Modal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Text-to-Text (ChatGPT)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Text-to-Image (Midjourney, DALL-E)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Text-to-Code (GitHub Copilot)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Text-to-Video, Audio, and more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Anatomy of an Image Prompt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Subject: The main focus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Style: The artistic medium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Composition: The framing and lighting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Details: The magic modifiers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Example: Creating a Logo Concept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Brand: 'Terra Brew' (Eco-coffee)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Prompt: Minimalist vector, bean + leaf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Result: Unique, relevant starting points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Best Practices for Image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Be hyper-descriptive (use adjectives)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 negative prompts to exclude things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Iterate and 'reroll' for best results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Consider copyright and ethics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Practical Application: A Business Use Case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Apply the learned frameworks and concepts to a complete, real-world business task.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Let's Build: A Project Proposal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Goal: Create a proposal outline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Tool: LLM + R-C-T-F Framework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Outcome: From blank page to full outline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Initial Prompt (R-C-T-F)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8595360" cy="3931920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Experienced Project Manager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'SkillUp' internal app proposal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Generate a comprehensive outline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Nested bulleted list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Reusable Prompt Template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8595360" cy="3931920"/>
          </a:xfrm>
          <a:prstGeom prst="rect">
            <a:avLst/>
          </a:prstGeom>
          <a:solidFill>
            <a:srgbClr val="0D0D0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[Your Profession]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[Project Details]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[Specific Output]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[Desired Format]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Tips for Iteration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Give specific, targeted feedback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Provide examples of the style you want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Mix, match, and add your expertise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Summary &amp; Cheat Sheet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Consolidate learning with key takeaways, a quick reference guide, and resources for further learning.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Your 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Gen AI Creates, Traditional AI Analyzes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LLMs are Next-Word Prediction Engines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R-C-T-F is Your Prompting Framework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AI is Multi-Modal (Text, Image, etc.)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5. Always Verify, Never Trust Blindly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6. Iteration is the Key to Success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Your Quick Reference Cheat Sheet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Key Definitions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Core Frameworks (R-C-T-F)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Do's and Don'ts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Project Checklist &amp; Pro Tips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Where to Go From Here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Follow official AI lab blogs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Subscribe to AI newsletters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Join user communities to learn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Assessment: Test Your Knowledge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Provide an overview of the final quiz and tips for students to succeed.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Test Your Knowledge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Reinforce key concepts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Build your confidence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Prepare for real-world application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Quiz Format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15 total questions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Multiple Choice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True / False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Scenario-Based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Closing: Your Journey with AI Starts Now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Congratulate students on course completion and provide clear next steps for their AI journey.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Congratulations!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Your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Practice on a small work task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 your course cheat sheet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Make experimentation a habit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Ask the AI for multiple options (e.g., 'Give me 5 versions').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Provide examples of the style you want ('in the style of...').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Save your best prompts as templates for future use.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022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</a:rPr>
              <a:t>Questions? Leave them in the Q&amp;A section.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for Complete Beginners</dc:title>
  <dc:subject>PptxGenJS Presentation</dc:subject>
  <dc:creator>UdemyCrores</dc:creator>
  <cp:lastModifiedBy>UdemyCrores</cp:lastModifiedBy>
  <cp:revision>1</cp:revision>
  <dcterms:created xsi:type="dcterms:W3CDTF">2026-02-02T10:44:44Z</dcterms:created>
  <dcterms:modified xsi:type="dcterms:W3CDTF">2026-02-02T10:44:44Z</dcterms:modified>
</cp:coreProperties>
</file>